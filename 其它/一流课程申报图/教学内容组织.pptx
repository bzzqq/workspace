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5016500" cy="5314950"/>
  <p:notesSz cx="5016500" cy="53149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6237" y="1647634"/>
            <a:ext cx="4264025" cy="1116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52475" y="2976372"/>
            <a:ext cx="3511550" cy="1328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0825" y="1222438"/>
            <a:ext cx="2182177" cy="35078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583497" y="1222438"/>
            <a:ext cx="2182177" cy="35078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164374" y="2538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E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164374" y="2538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164374" y="362542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E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164374" y="362542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164374" y="722547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FFF4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2164374" y="722547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2164374" y="1082551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FFF4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2164374" y="1082551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0825" y="212598"/>
            <a:ext cx="4514850" cy="8503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0825" y="1222438"/>
            <a:ext cx="4514850" cy="35078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05610" y="4942903"/>
            <a:ext cx="1605280" cy="2657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0825" y="4942903"/>
            <a:ext cx="1153795" cy="2657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11880" y="4942903"/>
            <a:ext cx="1153795" cy="2657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4979" y="1110119"/>
            <a:ext cx="5588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FandolSong"/>
                <a:cs typeface="FandolSong"/>
              </a:rPr>
              <a:t>操作温度</a:t>
            </a:r>
            <a:endParaRPr sz="1050">
              <a:latin typeface="FandolSong"/>
              <a:cs typeface="FandolSong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64374" y="1442555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64374" y="1442555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64374" y="1802559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FFF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64374" y="1802559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64374" y="2162564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E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64374" y="2162564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64374" y="2522568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E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64374" y="2522568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44979" y="2550680"/>
            <a:ext cx="5588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FandolSong"/>
                <a:cs typeface="FandolSong"/>
              </a:rPr>
              <a:t>复合反应</a:t>
            </a:r>
            <a:endParaRPr sz="1050">
              <a:latin typeface="FandolSong"/>
              <a:cs typeface="FandolSong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64374" y="2882572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E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64374" y="2882572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46554" y="3242577"/>
            <a:ext cx="755650" cy="266700"/>
          </a:xfrm>
          <a:custGeom>
            <a:avLst/>
            <a:gdLst/>
            <a:ahLst/>
            <a:cxnLst/>
            <a:rect l="l" t="t" r="r" b="b"/>
            <a:pathLst>
              <a:path w="755650" h="266700">
                <a:moveTo>
                  <a:pt x="70503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705038" y="266703"/>
                </a:lnTo>
                <a:lnTo>
                  <a:pt x="724738" y="262726"/>
                </a:lnTo>
                <a:lnTo>
                  <a:pt x="740825" y="251879"/>
                </a:lnTo>
                <a:lnTo>
                  <a:pt x="751672" y="235792"/>
                </a:lnTo>
                <a:lnTo>
                  <a:pt x="755649" y="216092"/>
                </a:lnTo>
                <a:lnTo>
                  <a:pt x="755649" y="50610"/>
                </a:lnTo>
                <a:lnTo>
                  <a:pt x="751672" y="30910"/>
                </a:lnTo>
                <a:lnTo>
                  <a:pt x="740825" y="14823"/>
                </a:lnTo>
                <a:lnTo>
                  <a:pt x="724738" y="3977"/>
                </a:lnTo>
                <a:lnTo>
                  <a:pt x="705038" y="0"/>
                </a:lnTo>
                <a:close/>
              </a:path>
            </a:pathLst>
          </a:custGeom>
          <a:solidFill>
            <a:srgbClr val="E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46554" y="3242577"/>
            <a:ext cx="755650" cy="266700"/>
          </a:xfrm>
          <a:custGeom>
            <a:avLst/>
            <a:gdLst/>
            <a:ahLst/>
            <a:cxnLst/>
            <a:rect l="l" t="t" r="r" b="b"/>
            <a:pathLst>
              <a:path w="755650" h="266700">
                <a:moveTo>
                  <a:pt x="70503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705038" y="266703"/>
                </a:lnTo>
                <a:lnTo>
                  <a:pt x="724738" y="262726"/>
                </a:lnTo>
                <a:lnTo>
                  <a:pt x="740825" y="251879"/>
                </a:lnTo>
                <a:lnTo>
                  <a:pt x="751672" y="235792"/>
                </a:lnTo>
                <a:lnTo>
                  <a:pt x="755649" y="216092"/>
                </a:lnTo>
                <a:lnTo>
                  <a:pt x="755649" y="50610"/>
                </a:lnTo>
                <a:lnTo>
                  <a:pt x="751672" y="30910"/>
                </a:lnTo>
                <a:lnTo>
                  <a:pt x="740825" y="14823"/>
                </a:lnTo>
                <a:lnTo>
                  <a:pt x="724738" y="3977"/>
                </a:lnTo>
                <a:lnTo>
                  <a:pt x="705038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46554" y="3602581"/>
            <a:ext cx="755650" cy="266700"/>
          </a:xfrm>
          <a:custGeom>
            <a:avLst/>
            <a:gdLst/>
            <a:ahLst/>
            <a:cxnLst/>
            <a:rect l="l" t="t" r="r" b="b"/>
            <a:pathLst>
              <a:path w="755650" h="266700">
                <a:moveTo>
                  <a:pt x="70503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705038" y="266703"/>
                </a:lnTo>
                <a:lnTo>
                  <a:pt x="724738" y="262726"/>
                </a:lnTo>
                <a:lnTo>
                  <a:pt x="740825" y="251879"/>
                </a:lnTo>
                <a:lnTo>
                  <a:pt x="751672" y="235792"/>
                </a:lnTo>
                <a:lnTo>
                  <a:pt x="755649" y="216092"/>
                </a:lnTo>
                <a:lnTo>
                  <a:pt x="755649" y="50610"/>
                </a:lnTo>
                <a:lnTo>
                  <a:pt x="751672" y="30910"/>
                </a:lnTo>
                <a:lnTo>
                  <a:pt x="740825" y="14823"/>
                </a:lnTo>
                <a:lnTo>
                  <a:pt x="724738" y="3977"/>
                </a:lnTo>
                <a:lnTo>
                  <a:pt x="705038" y="0"/>
                </a:lnTo>
                <a:close/>
              </a:path>
            </a:pathLst>
          </a:custGeom>
          <a:solidFill>
            <a:srgbClr val="DFF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46554" y="3602581"/>
            <a:ext cx="755650" cy="266700"/>
          </a:xfrm>
          <a:custGeom>
            <a:avLst/>
            <a:gdLst/>
            <a:ahLst/>
            <a:cxnLst/>
            <a:rect l="l" t="t" r="r" b="b"/>
            <a:pathLst>
              <a:path w="755650" h="266700">
                <a:moveTo>
                  <a:pt x="70503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705038" y="266703"/>
                </a:lnTo>
                <a:lnTo>
                  <a:pt x="724738" y="262726"/>
                </a:lnTo>
                <a:lnTo>
                  <a:pt x="740825" y="251879"/>
                </a:lnTo>
                <a:lnTo>
                  <a:pt x="751672" y="235792"/>
                </a:lnTo>
                <a:lnTo>
                  <a:pt x="755649" y="216092"/>
                </a:lnTo>
                <a:lnTo>
                  <a:pt x="755649" y="50610"/>
                </a:lnTo>
                <a:lnTo>
                  <a:pt x="751672" y="30910"/>
                </a:lnTo>
                <a:lnTo>
                  <a:pt x="740825" y="14823"/>
                </a:lnTo>
                <a:lnTo>
                  <a:pt x="724738" y="3977"/>
                </a:lnTo>
                <a:lnTo>
                  <a:pt x="705038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79878" y="3962585"/>
            <a:ext cx="889000" cy="266700"/>
          </a:xfrm>
          <a:custGeom>
            <a:avLst/>
            <a:gdLst/>
            <a:ahLst/>
            <a:cxnLst/>
            <a:rect l="l" t="t" r="r" b="b"/>
            <a:pathLst>
              <a:path w="889000" h="266700">
                <a:moveTo>
                  <a:pt x="838390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838390" y="266703"/>
                </a:lnTo>
                <a:lnTo>
                  <a:pt x="858090" y="262726"/>
                </a:lnTo>
                <a:lnTo>
                  <a:pt x="874177" y="251879"/>
                </a:lnTo>
                <a:lnTo>
                  <a:pt x="885024" y="235792"/>
                </a:lnTo>
                <a:lnTo>
                  <a:pt x="889001" y="216092"/>
                </a:lnTo>
                <a:lnTo>
                  <a:pt x="889001" y="50610"/>
                </a:lnTo>
                <a:lnTo>
                  <a:pt x="885024" y="30910"/>
                </a:lnTo>
                <a:lnTo>
                  <a:pt x="874177" y="14823"/>
                </a:lnTo>
                <a:lnTo>
                  <a:pt x="858090" y="3977"/>
                </a:lnTo>
                <a:lnTo>
                  <a:pt x="838390" y="0"/>
                </a:lnTo>
                <a:close/>
              </a:path>
            </a:pathLst>
          </a:custGeom>
          <a:solidFill>
            <a:srgbClr val="DFF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79878" y="3962585"/>
            <a:ext cx="889000" cy="266700"/>
          </a:xfrm>
          <a:custGeom>
            <a:avLst/>
            <a:gdLst/>
            <a:ahLst/>
            <a:cxnLst/>
            <a:rect l="l" t="t" r="r" b="b"/>
            <a:pathLst>
              <a:path w="889000" h="266700">
                <a:moveTo>
                  <a:pt x="838390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838390" y="266703"/>
                </a:lnTo>
                <a:lnTo>
                  <a:pt x="858090" y="262726"/>
                </a:lnTo>
                <a:lnTo>
                  <a:pt x="874177" y="251879"/>
                </a:lnTo>
                <a:lnTo>
                  <a:pt x="885024" y="235792"/>
                </a:lnTo>
                <a:lnTo>
                  <a:pt x="889001" y="216092"/>
                </a:lnTo>
                <a:lnTo>
                  <a:pt x="889001" y="50610"/>
                </a:lnTo>
                <a:lnTo>
                  <a:pt x="885024" y="30910"/>
                </a:lnTo>
                <a:lnTo>
                  <a:pt x="874177" y="14823"/>
                </a:lnTo>
                <a:lnTo>
                  <a:pt x="858090" y="3977"/>
                </a:lnTo>
                <a:lnTo>
                  <a:pt x="838390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111629" y="3990428"/>
            <a:ext cx="8255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FandolSong"/>
                <a:cs typeface="FandolSong"/>
              </a:rPr>
              <a:t>非理想反应器</a:t>
            </a:r>
            <a:endParaRPr sz="1050">
              <a:latin typeface="FandolSong"/>
              <a:cs typeface="FandolSong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64374" y="4322590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DFF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64374" y="4322590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244979" y="4349369"/>
            <a:ext cx="5588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FandolSong"/>
                <a:cs typeface="FandolSong"/>
              </a:rPr>
              <a:t>流动模型</a:t>
            </a:r>
            <a:endParaRPr sz="1050">
              <a:latin typeface="FandolSong"/>
              <a:cs typeface="FandolSong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64374" y="4682594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DFF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64374" y="4682594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64374" y="5042598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solidFill>
            <a:srgbClr val="DFF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164374" y="5042598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7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7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7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244979" y="4710099"/>
            <a:ext cx="558800" cy="544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FandolSong"/>
                <a:cs typeface="FandolSong"/>
              </a:rPr>
              <a:t>操作方式</a:t>
            </a:r>
            <a:endParaRPr sz="1050">
              <a:latin typeface="FandolSong"/>
              <a:cs typeface="FandolSong"/>
            </a:endParaRPr>
          </a:p>
          <a:p>
            <a:pPr>
              <a:lnSpc>
                <a:spcPct val="100000"/>
              </a:lnSpc>
            </a:pPr>
            <a:endParaRPr sz="1250">
              <a:latin typeface="FandolSong"/>
              <a:cs typeface="FandolSong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latin typeface="FandolSong"/>
                <a:cs typeface="FandolSong"/>
              </a:rPr>
              <a:t>串联并联</a:t>
            </a:r>
            <a:endParaRPr sz="1050">
              <a:latin typeface="FandolSong"/>
              <a:cs typeface="FandolSong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84360" y="182540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8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8" y="0"/>
                </a:lnTo>
                <a:close/>
              </a:path>
            </a:pathLst>
          </a:custGeom>
          <a:solidFill>
            <a:srgbClr val="E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84360" y="182540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8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8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84360" y="902548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8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8" y="0"/>
                </a:lnTo>
                <a:close/>
              </a:path>
            </a:pathLst>
          </a:custGeom>
          <a:solidFill>
            <a:srgbClr val="E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84360" y="902548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8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8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164958" y="7937"/>
            <a:ext cx="1638935" cy="110934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092200">
              <a:lnSpc>
                <a:spcPct val="100000"/>
              </a:lnSpc>
              <a:spcBef>
                <a:spcPts val="270"/>
              </a:spcBef>
            </a:pPr>
            <a:r>
              <a:rPr dirty="0" sz="1050">
                <a:latin typeface="FandolSong"/>
                <a:cs typeface="FandolSong"/>
              </a:rPr>
              <a:t>物料衡算</a:t>
            </a:r>
            <a:endParaRPr sz="1050">
              <a:latin typeface="FandolSong"/>
              <a:cs typeface="FandolSong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050">
                <a:latin typeface="FandolSong"/>
                <a:cs typeface="FandolSong"/>
              </a:rPr>
              <a:t>质量传递</a:t>
            </a:r>
            <a:endParaRPr sz="1050">
              <a:latin typeface="FandolSong"/>
              <a:cs typeface="FandolSong"/>
            </a:endParaRPr>
          </a:p>
          <a:p>
            <a:pPr marL="1092200">
              <a:lnSpc>
                <a:spcPct val="100000"/>
              </a:lnSpc>
              <a:spcBef>
                <a:spcPts val="140"/>
              </a:spcBef>
            </a:pPr>
            <a:r>
              <a:rPr dirty="0" sz="1050">
                <a:latin typeface="FandolSong"/>
                <a:cs typeface="FandolSong"/>
              </a:rPr>
              <a:t>扩散传质</a:t>
            </a:r>
            <a:endParaRPr sz="1050">
              <a:latin typeface="FandolSong"/>
              <a:cs typeface="FandolSong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FandolSong"/>
              <a:cs typeface="FandolSong"/>
            </a:endParaRPr>
          </a:p>
          <a:p>
            <a:pPr marL="1092200">
              <a:lnSpc>
                <a:spcPct val="100000"/>
              </a:lnSpc>
            </a:pPr>
            <a:r>
              <a:rPr dirty="0" sz="1050">
                <a:latin typeface="FandolSong"/>
                <a:cs typeface="FandolSong"/>
              </a:rPr>
              <a:t>能量衡算</a:t>
            </a:r>
            <a:endParaRPr sz="1050">
              <a:latin typeface="FandolSong"/>
              <a:cs typeface="FandolSong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050">
                <a:latin typeface="FandolSong"/>
                <a:cs typeface="FandolSong"/>
              </a:rPr>
              <a:t>热量传递</a:t>
            </a:r>
            <a:endParaRPr sz="1050">
              <a:latin typeface="FandolSong"/>
              <a:cs typeface="FandolSong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84360" y="1622557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8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8" y="0"/>
                </a:lnTo>
                <a:close/>
              </a:path>
            </a:pathLst>
          </a:custGeom>
          <a:solidFill>
            <a:srgbClr val="E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084360" y="1622557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8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8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164958" y="1449412"/>
            <a:ext cx="1638935" cy="92583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092200">
              <a:lnSpc>
                <a:spcPct val="100000"/>
              </a:lnSpc>
              <a:spcBef>
                <a:spcPts val="260"/>
              </a:spcBef>
            </a:pPr>
            <a:r>
              <a:rPr dirty="0" sz="1050">
                <a:latin typeface="FandolSong"/>
                <a:cs typeface="FandolSong"/>
              </a:rPr>
              <a:t>动量衡算</a:t>
            </a:r>
            <a:endParaRPr sz="1050">
              <a:latin typeface="FandolSong"/>
              <a:cs typeface="FandolSong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050">
                <a:latin typeface="FandolSong"/>
                <a:cs typeface="FandolSong"/>
              </a:rPr>
              <a:t>动量传递</a:t>
            </a:r>
            <a:endParaRPr sz="1050">
              <a:latin typeface="FandolSong"/>
              <a:cs typeface="FandolSong"/>
            </a:endParaRPr>
          </a:p>
          <a:p>
            <a:pPr marL="1092200">
              <a:lnSpc>
                <a:spcPct val="100000"/>
              </a:lnSpc>
              <a:spcBef>
                <a:spcPts val="160"/>
              </a:spcBef>
            </a:pPr>
            <a:r>
              <a:rPr dirty="0" sz="1050">
                <a:latin typeface="FandolSong"/>
                <a:cs typeface="FandolSong"/>
              </a:rPr>
              <a:t>流体力学</a:t>
            </a:r>
            <a:endParaRPr sz="1050">
              <a:latin typeface="FandolSong"/>
              <a:cs typeface="FandolSong"/>
            </a:endParaRPr>
          </a:p>
          <a:p>
            <a:pPr>
              <a:lnSpc>
                <a:spcPct val="100000"/>
              </a:lnSpc>
            </a:pPr>
            <a:endParaRPr sz="1250">
              <a:latin typeface="FandolSong"/>
              <a:cs typeface="FandolSong"/>
            </a:endParaRPr>
          </a:p>
          <a:p>
            <a:pPr marL="1092200">
              <a:lnSpc>
                <a:spcPct val="100000"/>
              </a:lnSpc>
            </a:pPr>
            <a:r>
              <a:rPr dirty="0" sz="1050">
                <a:latin typeface="FandolSong"/>
                <a:cs typeface="FandolSong"/>
              </a:rPr>
              <a:t>反应速率</a:t>
            </a:r>
            <a:endParaRPr sz="1050">
              <a:latin typeface="FandolSong"/>
              <a:cs typeface="FandolSong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84360" y="2702570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8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8" y="0"/>
                </a:lnTo>
                <a:close/>
              </a:path>
            </a:pathLst>
          </a:custGeom>
          <a:solidFill>
            <a:srgbClr val="E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84360" y="2702570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89" h="266700">
                <a:moveTo>
                  <a:pt x="66939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669398" y="266703"/>
                </a:lnTo>
                <a:lnTo>
                  <a:pt x="689098" y="262725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8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164958" y="2712161"/>
            <a:ext cx="1705610" cy="11042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050">
                <a:latin typeface="FandolSong"/>
                <a:cs typeface="FandolSong"/>
              </a:rPr>
              <a:t>化学反应</a:t>
            </a:r>
            <a:endParaRPr sz="1050">
              <a:latin typeface="FandolSong"/>
              <a:cs typeface="FandolSong"/>
            </a:endParaRPr>
          </a:p>
          <a:p>
            <a:pPr marL="1092200">
              <a:lnSpc>
                <a:spcPct val="100000"/>
              </a:lnSpc>
              <a:spcBef>
                <a:spcPts val="145"/>
              </a:spcBef>
            </a:pPr>
            <a:r>
              <a:rPr dirty="0" sz="1050">
                <a:latin typeface="FandolSong"/>
                <a:cs typeface="FandolSong"/>
              </a:rPr>
              <a:t>多相催化</a:t>
            </a:r>
            <a:endParaRPr sz="1050">
              <a:latin typeface="FandolSong"/>
              <a:cs typeface="FandolSong"/>
            </a:endParaRPr>
          </a:p>
          <a:p>
            <a:pPr marL="1025525" marR="5080">
              <a:lnSpc>
                <a:spcPct val="225300"/>
              </a:lnSpc>
            </a:pPr>
            <a:r>
              <a:rPr dirty="0" sz="1050">
                <a:latin typeface="FandolSong"/>
                <a:cs typeface="FandolSong"/>
              </a:rPr>
              <a:t>动力学参数 理想反应器</a:t>
            </a:r>
            <a:endParaRPr sz="1050">
              <a:latin typeface="FandolSong"/>
              <a:cs typeface="FandolSong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504" y="4322589"/>
            <a:ext cx="1155700" cy="266700"/>
          </a:xfrm>
          <a:custGeom>
            <a:avLst/>
            <a:gdLst/>
            <a:ahLst/>
            <a:cxnLst/>
            <a:rect l="l" t="t" r="r" b="b"/>
            <a:pathLst>
              <a:path w="1155700" h="266700">
                <a:moveTo>
                  <a:pt x="1105093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5"/>
                </a:lnTo>
                <a:lnTo>
                  <a:pt x="50610" y="266703"/>
                </a:lnTo>
                <a:lnTo>
                  <a:pt x="1105093" y="266703"/>
                </a:lnTo>
                <a:lnTo>
                  <a:pt x="1124793" y="262725"/>
                </a:lnTo>
                <a:lnTo>
                  <a:pt x="1140880" y="251879"/>
                </a:lnTo>
                <a:lnTo>
                  <a:pt x="1151727" y="235792"/>
                </a:lnTo>
                <a:lnTo>
                  <a:pt x="1155704" y="216092"/>
                </a:lnTo>
                <a:lnTo>
                  <a:pt x="1155704" y="50610"/>
                </a:lnTo>
                <a:lnTo>
                  <a:pt x="1151727" y="30910"/>
                </a:lnTo>
                <a:lnTo>
                  <a:pt x="1140880" y="14823"/>
                </a:lnTo>
                <a:lnTo>
                  <a:pt x="1124793" y="3977"/>
                </a:lnTo>
                <a:lnTo>
                  <a:pt x="1105093" y="0"/>
                </a:lnTo>
                <a:close/>
              </a:path>
            </a:pathLst>
          </a:custGeom>
          <a:solidFill>
            <a:srgbClr val="DFF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504" y="4322589"/>
            <a:ext cx="1155700" cy="266700"/>
          </a:xfrm>
          <a:prstGeom prst="rect">
            <a:avLst/>
          </a:prstGeom>
          <a:ln w="9038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320"/>
              </a:spcBef>
            </a:pPr>
            <a:r>
              <a:rPr dirty="0" sz="1050" spc="-30" b="1">
                <a:latin typeface="FandolSong"/>
                <a:cs typeface="FandolSong"/>
              </a:rPr>
              <a:t>反应器设计与分析</a:t>
            </a:r>
            <a:endParaRPr sz="1050">
              <a:latin typeface="FandolSong"/>
              <a:cs typeface="FandolSong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346" y="1262553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90" h="266700">
                <a:moveTo>
                  <a:pt x="66939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8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8" y="0"/>
                </a:lnTo>
                <a:close/>
              </a:path>
            </a:pathLst>
          </a:custGeom>
          <a:solidFill>
            <a:srgbClr val="DFF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346" y="1262553"/>
            <a:ext cx="720090" cy="266700"/>
          </a:xfrm>
          <a:custGeom>
            <a:avLst/>
            <a:gdLst/>
            <a:ahLst/>
            <a:cxnLst/>
            <a:rect l="l" t="t" r="r" b="b"/>
            <a:pathLst>
              <a:path w="720090" h="266700">
                <a:moveTo>
                  <a:pt x="669398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216092"/>
                </a:lnTo>
                <a:lnTo>
                  <a:pt x="3977" y="235792"/>
                </a:lnTo>
                <a:lnTo>
                  <a:pt x="14823" y="251879"/>
                </a:lnTo>
                <a:lnTo>
                  <a:pt x="30910" y="262726"/>
                </a:lnTo>
                <a:lnTo>
                  <a:pt x="50610" y="266703"/>
                </a:lnTo>
                <a:lnTo>
                  <a:pt x="669398" y="266703"/>
                </a:lnTo>
                <a:lnTo>
                  <a:pt x="689098" y="262726"/>
                </a:lnTo>
                <a:lnTo>
                  <a:pt x="705185" y="251879"/>
                </a:lnTo>
                <a:lnTo>
                  <a:pt x="716031" y="235792"/>
                </a:lnTo>
                <a:lnTo>
                  <a:pt x="720008" y="216092"/>
                </a:lnTo>
                <a:lnTo>
                  <a:pt x="720008" y="50610"/>
                </a:lnTo>
                <a:lnTo>
                  <a:pt x="716031" y="30910"/>
                </a:lnTo>
                <a:lnTo>
                  <a:pt x="705185" y="14823"/>
                </a:lnTo>
                <a:lnTo>
                  <a:pt x="689098" y="3977"/>
                </a:lnTo>
                <a:lnTo>
                  <a:pt x="669398" y="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84950" y="1289862"/>
            <a:ext cx="5588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30" b="1">
                <a:latin typeface="FandolSong"/>
                <a:cs typeface="FandolSong"/>
              </a:rPr>
              <a:t>三传一反</a:t>
            </a:r>
            <a:endParaRPr sz="1050">
              <a:latin typeface="FandolSong"/>
              <a:cs typeface="FandolSong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00210" y="469665"/>
            <a:ext cx="790575" cy="790575"/>
          </a:xfrm>
          <a:custGeom>
            <a:avLst/>
            <a:gdLst/>
            <a:ahLst/>
            <a:cxnLst/>
            <a:rect l="l" t="t" r="r" b="b"/>
            <a:pathLst>
              <a:path w="790575" h="790575">
                <a:moveTo>
                  <a:pt x="0" y="790357"/>
                </a:moveTo>
                <a:lnTo>
                  <a:pt x="790517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65677" y="451774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79">
                <a:moveTo>
                  <a:pt x="0" y="14310"/>
                </a:moveTo>
                <a:lnTo>
                  <a:pt x="25050" y="17891"/>
                </a:lnTo>
                <a:lnTo>
                  <a:pt x="28626" y="42942"/>
                </a:lnTo>
                <a:lnTo>
                  <a:pt x="42944" y="0"/>
                </a:lnTo>
                <a:lnTo>
                  <a:pt x="0" y="14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26886" y="1164632"/>
            <a:ext cx="331470" cy="110489"/>
          </a:xfrm>
          <a:custGeom>
            <a:avLst/>
            <a:gdLst/>
            <a:ahLst/>
            <a:cxnLst/>
            <a:rect l="l" t="t" r="r" b="b"/>
            <a:pathLst>
              <a:path w="331469" h="110490">
                <a:moveTo>
                  <a:pt x="0" y="110446"/>
                </a:moveTo>
                <a:lnTo>
                  <a:pt x="330941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037017" y="1150236"/>
            <a:ext cx="45085" cy="38735"/>
          </a:xfrm>
          <a:custGeom>
            <a:avLst/>
            <a:gdLst/>
            <a:ahLst/>
            <a:cxnLst/>
            <a:rect l="l" t="t" r="r" b="b"/>
            <a:pathLst>
              <a:path w="45084" h="38734">
                <a:moveTo>
                  <a:pt x="0" y="0"/>
                </a:moveTo>
                <a:lnTo>
                  <a:pt x="20809" y="14395"/>
                </a:lnTo>
                <a:lnTo>
                  <a:pt x="12816" y="38403"/>
                </a:lnTo>
                <a:lnTo>
                  <a:pt x="44812" y="63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26886" y="1516731"/>
            <a:ext cx="331470" cy="110489"/>
          </a:xfrm>
          <a:custGeom>
            <a:avLst/>
            <a:gdLst/>
            <a:ahLst/>
            <a:cxnLst/>
            <a:rect l="l" t="t" r="r" b="b"/>
            <a:pathLst>
              <a:path w="331469" h="110489">
                <a:moveTo>
                  <a:pt x="0" y="0"/>
                </a:moveTo>
                <a:lnTo>
                  <a:pt x="330941" y="110446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37018" y="1603169"/>
            <a:ext cx="45085" cy="38735"/>
          </a:xfrm>
          <a:custGeom>
            <a:avLst/>
            <a:gdLst/>
            <a:ahLst/>
            <a:cxnLst/>
            <a:rect l="l" t="t" r="r" b="b"/>
            <a:pathLst>
              <a:path w="45084" h="38735">
                <a:moveTo>
                  <a:pt x="12816" y="0"/>
                </a:moveTo>
                <a:lnTo>
                  <a:pt x="20809" y="24007"/>
                </a:lnTo>
                <a:lnTo>
                  <a:pt x="0" y="38403"/>
                </a:lnTo>
                <a:lnTo>
                  <a:pt x="44812" y="32018"/>
                </a:lnTo>
                <a:lnTo>
                  <a:pt x="128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66144" y="1531787"/>
            <a:ext cx="861694" cy="1148080"/>
          </a:xfrm>
          <a:custGeom>
            <a:avLst/>
            <a:gdLst/>
            <a:ahLst/>
            <a:cxnLst/>
            <a:rect l="l" t="t" r="r" b="b"/>
            <a:pathLst>
              <a:path w="861694" h="1148080">
                <a:moveTo>
                  <a:pt x="0" y="0"/>
                </a:moveTo>
                <a:lnTo>
                  <a:pt x="861270" y="1148012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302111" y="2655506"/>
            <a:ext cx="40640" cy="45085"/>
          </a:xfrm>
          <a:custGeom>
            <a:avLst/>
            <a:gdLst/>
            <a:ahLst/>
            <a:cxnLst/>
            <a:rect l="l" t="t" r="r" b="b"/>
            <a:pathLst>
              <a:path w="40640" h="45085">
                <a:moveTo>
                  <a:pt x="32385" y="0"/>
                </a:moveTo>
                <a:lnTo>
                  <a:pt x="25304" y="24292"/>
                </a:lnTo>
                <a:lnTo>
                  <a:pt x="0" y="24296"/>
                </a:lnTo>
                <a:lnTo>
                  <a:pt x="40489" y="44533"/>
                </a:lnTo>
                <a:lnTo>
                  <a:pt x="32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47138" y="3880601"/>
            <a:ext cx="1187450" cy="440055"/>
          </a:xfrm>
          <a:custGeom>
            <a:avLst/>
            <a:gdLst/>
            <a:ahLst/>
            <a:cxnLst/>
            <a:rect l="l" t="t" r="r" b="b"/>
            <a:pathLst>
              <a:path w="1187450" h="440054">
                <a:moveTo>
                  <a:pt x="0" y="439457"/>
                </a:moveTo>
                <a:lnTo>
                  <a:pt x="1186841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112713" y="3866889"/>
            <a:ext cx="45085" cy="38100"/>
          </a:xfrm>
          <a:custGeom>
            <a:avLst/>
            <a:gdLst/>
            <a:ahLst/>
            <a:cxnLst/>
            <a:rect l="l" t="t" r="r" b="b"/>
            <a:pathLst>
              <a:path w="45085" h="38100">
                <a:moveTo>
                  <a:pt x="0" y="0"/>
                </a:moveTo>
                <a:lnTo>
                  <a:pt x="21266" y="13711"/>
                </a:lnTo>
                <a:lnTo>
                  <a:pt x="14057" y="37967"/>
                </a:lnTo>
                <a:lnTo>
                  <a:pt x="44996" y="49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60739" y="4183223"/>
            <a:ext cx="892175" cy="165735"/>
          </a:xfrm>
          <a:custGeom>
            <a:avLst/>
            <a:gdLst/>
            <a:ahLst/>
            <a:cxnLst/>
            <a:rect l="l" t="t" r="r" b="b"/>
            <a:pathLst>
              <a:path w="892175" h="165735">
                <a:moveTo>
                  <a:pt x="0" y="165375"/>
                </a:moveTo>
                <a:lnTo>
                  <a:pt x="891729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033849" y="4166088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4" h="40004">
                <a:moveTo>
                  <a:pt x="0" y="0"/>
                </a:moveTo>
                <a:lnTo>
                  <a:pt x="18618" y="17135"/>
                </a:lnTo>
                <a:lnTo>
                  <a:pt x="7382" y="39806"/>
                </a:lnTo>
                <a:lnTo>
                  <a:pt x="43498" y="125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60739" y="4455941"/>
            <a:ext cx="975994" cy="0"/>
          </a:xfrm>
          <a:custGeom>
            <a:avLst/>
            <a:gdLst/>
            <a:ahLst/>
            <a:cxnLst/>
            <a:rect l="l" t="t" r="r" b="b"/>
            <a:pathLst>
              <a:path w="975994" h="0">
                <a:moveTo>
                  <a:pt x="0" y="0"/>
                </a:moveTo>
                <a:lnTo>
                  <a:pt x="975799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121356" y="4435697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39" h="40639">
                <a:moveTo>
                  <a:pt x="0" y="0"/>
                </a:moveTo>
                <a:lnTo>
                  <a:pt x="15182" y="20243"/>
                </a:lnTo>
                <a:lnTo>
                  <a:pt x="0" y="40487"/>
                </a:lnTo>
                <a:lnTo>
                  <a:pt x="40487" y="202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160739" y="4563381"/>
            <a:ext cx="976630" cy="180975"/>
          </a:xfrm>
          <a:custGeom>
            <a:avLst/>
            <a:gdLst/>
            <a:ahLst/>
            <a:cxnLst/>
            <a:rect l="l" t="t" r="r" b="b"/>
            <a:pathLst>
              <a:path w="976630" h="180975">
                <a:moveTo>
                  <a:pt x="0" y="0"/>
                </a:moveTo>
                <a:lnTo>
                  <a:pt x="976224" y="180907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118347" y="4721618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4" h="40004">
                <a:moveTo>
                  <a:pt x="7376" y="0"/>
                </a:moveTo>
                <a:lnTo>
                  <a:pt x="18616" y="22670"/>
                </a:lnTo>
                <a:lnTo>
                  <a:pt x="0" y="39808"/>
                </a:lnTo>
                <a:lnTo>
                  <a:pt x="43497" y="27281"/>
                </a:lnTo>
                <a:lnTo>
                  <a:pt x="73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947063" y="4591823"/>
            <a:ext cx="1191260" cy="441325"/>
          </a:xfrm>
          <a:custGeom>
            <a:avLst/>
            <a:gdLst/>
            <a:ahLst/>
            <a:cxnLst/>
            <a:rect l="l" t="t" r="r" b="b"/>
            <a:pathLst>
              <a:path w="1191260" h="441325">
                <a:moveTo>
                  <a:pt x="0" y="0"/>
                </a:moveTo>
                <a:lnTo>
                  <a:pt x="1191052" y="441239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116847" y="5008806"/>
            <a:ext cx="45085" cy="38100"/>
          </a:xfrm>
          <a:custGeom>
            <a:avLst/>
            <a:gdLst/>
            <a:ahLst/>
            <a:cxnLst/>
            <a:rect l="l" t="t" r="r" b="b"/>
            <a:pathLst>
              <a:path w="45085" h="38100">
                <a:moveTo>
                  <a:pt x="14064" y="0"/>
                </a:moveTo>
                <a:lnTo>
                  <a:pt x="21268" y="24256"/>
                </a:lnTo>
                <a:lnTo>
                  <a:pt x="0" y="37964"/>
                </a:lnTo>
                <a:lnTo>
                  <a:pt x="44996" y="33046"/>
                </a:lnTo>
                <a:lnTo>
                  <a:pt x="14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806900" y="200412"/>
            <a:ext cx="330200" cy="55244"/>
          </a:xfrm>
          <a:custGeom>
            <a:avLst/>
            <a:gdLst/>
            <a:ahLst/>
            <a:cxnLst/>
            <a:rect l="l" t="t" r="r" b="b"/>
            <a:pathLst>
              <a:path w="330200" h="55245">
                <a:moveTo>
                  <a:pt x="0" y="55066"/>
                </a:moveTo>
                <a:lnTo>
                  <a:pt x="329984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118578" y="182944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4" h="40004">
                <a:moveTo>
                  <a:pt x="0" y="0"/>
                </a:moveTo>
                <a:lnTo>
                  <a:pt x="18306" y="17467"/>
                </a:lnTo>
                <a:lnTo>
                  <a:pt x="6663" y="39933"/>
                </a:lnTo>
                <a:lnTo>
                  <a:pt x="43265" y="133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806900" y="376304"/>
            <a:ext cx="330200" cy="55244"/>
          </a:xfrm>
          <a:custGeom>
            <a:avLst/>
            <a:gdLst/>
            <a:ahLst/>
            <a:cxnLst/>
            <a:rect l="l" t="t" r="r" b="b"/>
            <a:pathLst>
              <a:path w="330200" h="55245">
                <a:moveTo>
                  <a:pt x="0" y="0"/>
                </a:moveTo>
                <a:lnTo>
                  <a:pt x="329984" y="55066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118578" y="408906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4" h="40004">
                <a:moveTo>
                  <a:pt x="6663" y="0"/>
                </a:moveTo>
                <a:lnTo>
                  <a:pt x="18306" y="22465"/>
                </a:lnTo>
                <a:lnTo>
                  <a:pt x="0" y="39933"/>
                </a:lnTo>
                <a:lnTo>
                  <a:pt x="43265" y="26630"/>
                </a:lnTo>
                <a:lnTo>
                  <a:pt x="6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806900" y="920421"/>
            <a:ext cx="330200" cy="55244"/>
          </a:xfrm>
          <a:custGeom>
            <a:avLst/>
            <a:gdLst/>
            <a:ahLst/>
            <a:cxnLst/>
            <a:rect l="l" t="t" r="r" b="b"/>
            <a:pathLst>
              <a:path w="330200" h="55244">
                <a:moveTo>
                  <a:pt x="0" y="55066"/>
                </a:moveTo>
                <a:lnTo>
                  <a:pt x="329984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118578" y="902953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4" h="40005">
                <a:moveTo>
                  <a:pt x="0" y="0"/>
                </a:moveTo>
                <a:lnTo>
                  <a:pt x="18306" y="17467"/>
                </a:lnTo>
                <a:lnTo>
                  <a:pt x="6663" y="39933"/>
                </a:lnTo>
                <a:lnTo>
                  <a:pt x="43265" y="133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806900" y="1096313"/>
            <a:ext cx="330200" cy="55244"/>
          </a:xfrm>
          <a:custGeom>
            <a:avLst/>
            <a:gdLst/>
            <a:ahLst/>
            <a:cxnLst/>
            <a:rect l="l" t="t" r="r" b="b"/>
            <a:pathLst>
              <a:path w="330200" h="55244">
                <a:moveTo>
                  <a:pt x="0" y="0"/>
                </a:moveTo>
                <a:lnTo>
                  <a:pt x="329984" y="55066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118578" y="1128914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4" h="40005">
                <a:moveTo>
                  <a:pt x="6663" y="0"/>
                </a:moveTo>
                <a:lnTo>
                  <a:pt x="18306" y="22465"/>
                </a:lnTo>
                <a:lnTo>
                  <a:pt x="0" y="39933"/>
                </a:lnTo>
                <a:lnTo>
                  <a:pt x="43265" y="26630"/>
                </a:lnTo>
                <a:lnTo>
                  <a:pt x="6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806900" y="1640429"/>
            <a:ext cx="330200" cy="55244"/>
          </a:xfrm>
          <a:custGeom>
            <a:avLst/>
            <a:gdLst/>
            <a:ahLst/>
            <a:cxnLst/>
            <a:rect l="l" t="t" r="r" b="b"/>
            <a:pathLst>
              <a:path w="330200" h="55244">
                <a:moveTo>
                  <a:pt x="0" y="55066"/>
                </a:moveTo>
                <a:lnTo>
                  <a:pt x="329984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118578" y="1622961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4" h="40005">
                <a:moveTo>
                  <a:pt x="0" y="0"/>
                </a:moveTo>
                <a:lnTo>
                  <a:pt x="18306" y="17467"/>
                </a:lnTo>
                <a:lnTo>
                  <a:pt x="6663" y="39933"/>
                </a:lnTo>
                <a:lnTo>
                  <a:pt x="43265" y="133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806900" y="1816322"/>
            <a:ext cx="330200" cy="55244"/>
          </a:xfrm>
          <a:custGeom>
            <a:avLst/>
            <a:gdLst/>
            <a:ahLst/>
            <a:cxnLst/>
            <a:rect l="l" t="t" r="r" b="b"/>
            <a:pathLst>
              <a:path w="330200" h="55244">
                <a:moveTo>
                  <a:pt x="0" y="0"/>
                </a:moveTo>
                <a:lnTo>
                  <a:pt x="329984" y="55066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118578" y="1848922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4" h="40005">
                <a:moveTo>
                  <a:pt x="6663" y="0"/>
                </a:moveTo>
                <a:lnTo>
                  <a:pt x="18306" y="22465"/>
                </a:lnTo>
                <a:lnTo>
                  <a:pt x="0" y="39933"/>
                </a:lnTo>
                <a:lnTo>
                  <a:pt x="43265" y="26630"/>
                </a:lnTo>
                <a:lnTo>
                  <a:pt x="6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716048" y="2443110"/>
            <a:ext cx="514350" cy="257175"/>
          </a:xfrm>
          <a:custGeom>
            <a:avLst/>
            <a:gdLst/>
            <a:ahLst/>
            <a:cxnLst/>
            <a:rect l="l" t="t" r="r" b="b"/>
            <a:pathLst>
              <a:path w="514350" h="257175">
                <a:moveTo>
                  <a:pt x="0" y="256929"/>
                </a:moveTo>
                <a:lnTo>
                  <a:pt x="514031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207450" y="2431791"/>
            <a:ext cx="45720" cy="36830"/>
          </a:xfrm>
          <a:custGeom>
            <a:avLst/>
            <a:gdLst/>
            <a:ahLst/>
            <a:cxnLst/>
            <a:rect l="l" t="t" r="r" b="b"/>
            <a:pathLst>
              <a:path w="45719" h="36830">
                <a:moveTo>
                  <a:pt x="0" y="0"/>
                </a:moveTo>
                <a:lnTo>
                  <a:pt x="22630" y="11319"/>
                </a:lnTo>
                <a:lnTo>
                  <a:pt x="18100" y="36213"/>
                </a:lnTo>
                <a:lnTo>
                  <a:pt x="45264" y="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806900" y="2720442"/>
            <a:ext cx="330200" cy="55244"/>
          </a:xfrm>
          <a:custGeom>
            <a:avLst/>
            <a:gdLst/>
            <a:ahLst/>
            <a:cxnLst/>
            <a:rect l="l" t="t" r="r" b="b"/>
            <a:pathLst>
              <a:path w="330200" h="55244">
                <a:moveTo>
                  <a:pt x="0" y="55066"/>
                </a:moveTo>
                <a:lnTo>
                  <a:pt x="329984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118578" y="2702974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4" h="40005">
                <a:moveTo>
                  <a:pt x="0" y="0"/>
                </a:moveTo>
                <a:lnTo>
                  <a:pt x="18306" y="17467"/>
                </a:lnTo>
                <a:lnTo>
                  <a:pt x="6663" y="39933"/>
                </a:lnTo>
                <a:lnTo>
                  <a:pt x="43265" y="133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806900" y="2896335"/>
            <a:ext cx="330200" cy="55244"/>
          </a:xfrm>
          <a:custGeom>
            <a:avLst/>
            <a:gdLst/>
            <a:ahLst/>
            <a:cxnLst/>
            <a:rect l="l" t="t" r="r" b="b"/>
            <a:pathLst>
              <a:path w="330200" h="55244">
                <a:moveTo>
                  <a:pt x="0" y="0"/>
                </a:moveTo>
                <a:lnTo>
                  <a:pt x="329984" y="55066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118578" y="2928935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4" h="40005">
                <a:moveTo>
                  <a:pt x="6663" y="0"/>
                </a:moveTo>
                <a:lnTo>
                  <a:pt x="18306" y="22465"/>
                </a:lnTo>
                <a:lnTo>
                  <a:pt x="0" y="39933"/>
                </a:lnTo>
                <a:lnTo>
                  <a:pt x="43265" y="26630"/>
                </a:lnTo>
                <a:lnTo>
                  <a:pt x="6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716048" y="2971804"/>
            <a:ext cx="514350" cy="257175"/>
          </a:xfrm>
          <a:custGeom>
            <a:avLst/>
            <a:gdLst/>
            <a:ahLst/>
            <a:cxnLst/>
            <a:rect l="l" t="t" r="r" b="b"/>
            <a:pathLst>
              <a:path w="514350" h="257175">
                <a:moveTo>
                  <a:pt x="0" y="0"/>
                </a:moveTo>
                <a:lnTo>
                  <a:pt x="514031" y="256929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207450" y="3203839"/>
            <a:ext cx="45720" cy="36830"/>
          </a:xfrm>
          <a:custGeom>
            <a:avLst/>
            <a:gdLst/>
            <a:ahLst/>
            <a:cxnLst/>
            <a:rect l="l" t="t" r="r" b="b"/>
            <a:pathLst>
              <a:path w="45719" h="36830">
                <a:moveTo>
                  <a:pt x="18100" y="0"/>
                </a:moveTo>
                <a:lnTo>
                  <a:pt x="22630" y="24894"/>
                </a:lnTo>
                <a:lnTo>
                  <a:pt x="0" y="36213"/>
                </a:lnTo>
                <a:lnTo>
                  <a:pt x="45264" y="36207"/>
                </a:lnTo>
                <a:lnTo>
                  <a:pt x="1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636997" y="987468"/>
            <a:ext cx="1375410" cy="457200"/>
          </a:xfrm>
          <a:custGeom>
            <a:avLst/>
            <a:gdLst/>
            <a:ahLst/>
            <a:cxnLst/>
            <a:rect l="l" t="t" r="r" b="b"/>
            <a:pathLst>
              <a:path w="1375410" h="457200">
                <a:moveTo>
                  <a:pt x="687404" y="0"/>
                </a:moveTo>
                <a:lnTo>
                  <a:pt x="0" y="228433"/>
                </a:lnTo>
                <a:lnTo>
                  <a:pt x="687404" y="456867"/>
                </a:lnTo>
                <a:lnTo>
                  <a:pt x="1374807" y="228433"/>
                </a:lnTo>
                <a:lnTo>
                  <a:pt x="687404" y="0"/>
                </a:lnTo>
                <a:close/>
              </a:path>
            </a:pathLst>
          </a:custGeom>
          <a:solidFill>
            <a:srgbClr val="FFA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636997" y="987468"/>
            <a:ext cx="1375410" cy="457200"/>
          </a:xfrm>
          <a:custGeom>
            <a:avLst/>
            <a:gdLst/>
            <a:ahLst/>
            <a:cxnLst/>
            <a:rect l="l" t="t" r="r" b="b"/>
            <a:pathLst>
              <a:path w="1375410" h="457200">
                <a:moveTo>
                  <a:pt x="1374807" y="228433"/>
                </a:moveTo>
                <a:lnTo>
                  <a:pt x="687404" y="0"/>
                </a:lnTo>
                <a:lnTo>
                  <a:pt x="0" y="228433"/>
                </a:lnTo>
                <a:lnTo>
                  <a:pt x="687404" y="456867"/>
                </a:lnTo>
                <a:lnTo>
                  <a:pt x="1374807" y="22843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3989463" y="1110792"/>
            <a:ext cx="6699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FandolSong"/>
                <a:cs typeface="FandolSong"/>
              </a:rPr>
              <a:t>教学目标</a:t>
            </a:r>
            <a:r>
              <a:rPr dirty="0" sz="1050" spc="-85">
                <a:latin typeface="FandolSong"/>
                <a:cs typeface="FandolSong"/>
              </a:rPr>
              <a:t> </a:t>
            </a:r>
            <a:r>
              <a:rPr dirty="0" sz="1050">
                <a:latin typeface="Palatino Linotype"/>
                <a:cs typeface="Palatino Linotype"/>
              </a:rPr>
              <a:t>1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636997" y="2427485"/>
            <a:ext cx="1375410" cy="457200"/>
          </a:xfrm>
          <a:custGeom>
            <a:avLst/>
            <a:gdLst/>
            <a:ahLst/>
            <a:cxnLst/>
            <a:rect l="l" t="t" r="r" b="b"/>
            <a:pathLst>
              <a:path w="1375410" h="457200">
                <a:moveTo>
                  <a:pt x="687404" y="0"/>
                </a:moveTo>
                <a:lnTo>
                  <a:pt x="0" y="228433"/>
                </a:lnTo>
                <a:lnTo>
                  <a:pt x="687404" y="456867"/>
                </a:lnTo>
                <a:lnTo>
                  <a:pt x="1374807" y="228433"/>
                </a:lnTo>
                <a:lnTo>
                  <a:pt x="687404" y="0"/>
                </a:lnTo>
                <a:close/>
              </a:path>
            </a:pathLst>
          </a:custGeom>
          <a:solidFill>
            <a:srgbClr val="FFA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636997" y="2427485"/>
            <a:ext cx="1375410" cy="457200"/>
          </a:xfrm>
          <a:custGeom>
            <a:avLst/>
            <a:gdLst/>
            <a:ahLst/>
            <a:cxnLst/>
            <a:rect l="l" t="t" r="r" b="b"/>
            <a:pathLst>
              <a:path w="1375410" h="457200">
                <a:moveTo>
                  <a:pt x="1374807" y="228433"/>
                </a:moveTo>
                <a:lnTo>
                  <a:pt x="687404" y="0"/>
                </a:lnTo>
                <a:lnTo>
                  <a:pt x="0" y="228433"/>
                </a:lnTo>
                <a:lnTo>
                  <a:pt x="687404" y="456867"/>
                </a:lnTo>
                <a:lnTo>
                  <a:pt x="1374807" y="22843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3989463" y="2550807"/>
            <a:ext cx="6699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FandolSong"/>
                <a:cs typeface="FandolSong"/>
              </a:rPr>
              <a:t>教学目标</a:t>
            </a:r>
            <a:r>
              <a:rPr dirty="0" sz="1050" spc="-85">
                <a:latin typeface="FandolSong"/>
                <a:cs typeface="FandolSong"/>
              </a:rPr>
              <a:t> </a:t>
            </a:r>
            <a:r>
              <a:rPr dirty="0" sz="1050">
                <a:latin typeface="Palatino Linotype"/>
                <a:cs typeface="Palatino Linotype"/>
              </a:rPr>
              <a:t>2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636997" y="3867503"/>
            <a:ext cx="1375410" cy="457200"/>
          </a:xfrm>
          <a:custGeom>
            <a:avLst/>
            <a:gdLst/>
            <a:ahLst/>
            <a:cxnLst/>
            <a:rect l="l" t="t" r="r" b="b"/>
            <a:pathLst>
              <a:path w="1375410" h="457200">
                <a:moveTo>
                  <a:pt x="687404" y="0"/>
                </a:moveTo>
                <a:lnTo>
                  <a:pt x="0" y="228433"/>
                </a:lnTo>
                <a:lnTo>
                  <a:pt x="687404" y="456867"/>
                </a:lnTo>
                <a:lnTo>
                  <a:pt x="1374807" y="228433"/>
                </a:lnTo>
                <a:lnTo>
                  <a:pt x="687404" y="0"/>
                </a:lnTo>
                <a:close/>
              </a:path>
            </a:pathLst>
          </a:custGeom>
          <a:solidFill>
            <a:srgbClr val="FFA5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636997" y="3867503"/>
            <a:ext cx="1375410" cy="457200"/>
          </a:xfrm>
          <a:custGeom>
            <a:avLst/>
            <a:gdLst/>
            <a:ahLst/>
            <a:cxnLst/>
            <a:rect l="l" t="t" r="r" b="b"/>
            <a:pathLst>
              <a:path w="1375410" h="457200">
                <a:moveTo>
                  <a:pt x="1374807" y="228433"/>
                </a:moveTo>
                <a:lnTo>
                  <a:pt x="687404" y="0"/>
                </a:lnTo>
                <a:lnTo>
                  <a:pt x="0" y="228433"/>
                </a:lnTo>
                <a:lnTo>
                  <a:pt x="687404" y="456867"/>
                </a:lnTo>
                <a:lnTo>
                  <a:pt x="1374807" y="22843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3989463" y="3990822"/>
            <a:ext cx="6699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FandolSong"/>
                <a:cs typeface="FandolSong"/>
              </a:rPr>
              <a:t>教学目标</a:t>
            </a:r>
            <a:r>
              <a:rPr dirty="0" sz="1050" spc="-85">
                <a:latin typeface="FandolSong"/>
                <a:cs typeface="FandolSong"/>
              </a:rPr>
              <a:t> </a:t>
            </a:r>
            <a:r>
              <a:rPr dirty="0" sz="1050">
                <a:latin typeface="Palatino Linotype"/>
                <a:cs typeface="Palatino Linotype"/>
              </a:rPr>
              <a:t>3</a:t>
            </a:r>
            <a:endParaRPr sz="1050">
              <a:latin typeface="Palatino Linotype"/>
              <a:cs typeface="Palatino Linotype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2907144" y="151089"/>
            <a:ext cx="1203960" cy="904875"/>
          </a:xfrm>
          <a:custGeom>
            <a:avLst/>
            <a:gdLst/>
            <a:ahLst/>
            <a:cxnLst/>
            <a:rect l="l" t="t" r="r" b="b"/>
            <a:pathLst>
              <a:path w="1203960" h="904875">
                <a:moveTo>
                  <a:pt x="1203825" y="904460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886913" y="135889"/>
            <a:ext cx="45085" cy="40640"/>
          </a:xfrm>
          <a:custGeom>
            <a:avLst/>
            <a:gdLst/>
            <a:ahLst/>
            <a:cxnLst/>
            <a:rect l="l" t="t" r="r" b="b"/>
            <a:pathLst>
              <a:path w="45085" h="40639">
                <a:moveTo>
                  <a:pt x="20209" y="40503"/>
                </a:moveTo>
                <a:lnTo>
                  <a:pt x="20230" y="15199"/>
                </a:lnTo>
                <a:lnTo>
                  <a:pt x="44528" y="8135"/>
                </a:lnTo>
                <a:lnTo>
                  <a:pt x="0" y="0"/>
                </a:lnTo>
                <a:lnTo>
                  <a:pt x="20209" y="405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911460" y="862045"/>
            <a:ext cx="1017269" cy="255270"/>
          </a:xfrm>
          <a:custGeom>
            <a:avLst/>
            <a:gdLst/>
            <a:ahLst/>
            <a:cxnLst/>
            <a:rect l="l" t="t" r="r" b="b"/>
            <a:pathLst>
              <a:path w="1017270" h="255269">
                <a:moveTo>
                  <a:pt x="1017130" y="254733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886914" y="846096"/>
            <a:ext cx="44450" cy="39370"/>
          </a:xfrm>
          <a:custGeom>
            <a:avLst/>
            <a:gdLst/>
            <a:ahLst/>
            <a:cxnLst/>
            <a:rect l="l" t="t" r="r" b="b"/>
            <a:pathLst>
              <a:path w="44450" h="39369">
                <a:moveTo>
                  <a:pt x="34357" y="39274"/>
                </a:moveTo>
                <a:lnTo>
                  <a:pt x="24546" y="15949"/>
                </a:lnTo>
                <a:lnTo>
                  <a:pt x="44191" y="0"/>
                </a:lnTo>
                <a:lnTo>
                  <a:pt x="0" y="9802"/>
                </a:lnTo>
                <a:lnTo>
                  <a:pt x="34357" y="39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911460" y="1315026"/>
            <a:ext cx="1017269" cy="255270"/>
          </a:xfrm>
          <a:custGeom>
            <a:avLst/>
            <a:gdLst/>
            <a:ahLst/>
            <a:cxnLst/>
            <a:rect l="l" t="t" r="r" b="b"/>
            <a:pathLst>
              <a:path w="1017270" h="255269">
                <a:moveTo>
                  <a:pt x="1017130" y="0"/>
                </a:moveTo>
                <a:lnTo>
                  <a:pt x="0" y="254734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2886914" y="1546435"/>
            <a:ext cx="44450" cy="39370"/>
          </a:xfrm>
          <a:custGeom>
            <a:avLst/>
            <a:gdLst/>
            <a:ahLst/>
            <a:cxnLst/>
            <a:rect l="l" t="t" r="r" b="b"/>
            <a:pathLst>
              <a:path w="44450" h="39369">
                <a:moveTo>
                  <a:pt x="44191" y="39274"/>
                </a:moveTo>
                <a:lnTo>
                  <a:pt x="24546" y="23325"/>
                </a:lnTo>
                <a:lnTo>
                  <a:pt x="34357" y="0"/>
                </a:lnTo>
                <a:lnTo>
                  <a:pt x="0" y="29471"/>
                </a:lnTo>
                <a:lnTo>
                  <a:pt x="44191" y="39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2907144" y="1376255"/>
            <a:ext cx="1203960" cy="904875"/>
          </a:xfrm>
          <a:custGeom>
            <a:avLst/>
            <a:gdLst/>
            <a:ahLst/>
            <a:cxnLst/>
            <a:rect l="l" t="t" r="r" b="b"/>
            <a:pathLst>
              <a:path w="1203960" h="904875">
                <a:moveTo>
                  <a:pt x="1203825" y="0"/>
                </a:moveTo>
                <a:lnTo>
                  <a:pt x="0" y="90446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886913" y="2255411"/>
            <a:ext cx="45085" cy="40640"/>
          </a:xfrm>
          <a:custGeom>
            <a:avLst/>
            <a:gdLst/>
            <a:ahLst/>
            <a:cxnLst/>
            <a:rect l="l" t="t" r="r" b="b"/>
            <a:pathLst>
              <a:path w="45085" h="40639">
                <a:moveTo>
                  <a:pt x="44528" y="32368"/>
                </a:moveTo>
                <a:lnTo>
                  <a:pt x="20230" y="25304"/>
                </a:lnTo>
                <a:lnTo>
                  <a:pt x="20209" y="0"/>
                </a:lnTo>
                <a:lnTo>
                  <a:pt x="0" y="40503"/>
                </a:lnTo>
                <a:lnTo>
                  <a:pt x="44528" y="32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904790" y="1389680"/>
            <a:ext cx="1246505" cy="1248410"/>
          </a:xfrm>
          <a:custGeom>
            <a:avLst/>
            <a:gdLst/>
            <a:ahLst/>
            <a:cxnLst/>
            <a:rect l="l" t="t" r="r" b="b"/>
            <a:pathLst>
              <a:path w="1246504" h="1248410">
                <a:moveTo>
                  <a:pt x="1246133" y="0"/>
                </a:moveTo>
                <a:lnTo>
                  <a:pt x="0" y="1248331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2886913" y="2612964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42930" y="28603"/>
                </a:moveTo>
                <a:lnTo>
                  <a:pt x="17877" y="25046"/>
                </a:lnTo>
                <a:lnTo>
                  <a:pt x="14276" y="0"/>
                </a:lnTo>
                <a:lnTo>
                  <a:pt x="0" y="42955"/>
                </a:lnTo>
                <a:lnTo>
                  <a:pt x="42930" y="28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2917153" y="1411030"/>
            <a:ext cx="1297940" cy="2303145"/>
          </a:xfrm>
          <a:custGeom>
            <a:avLst/>
            <a:gdLst/>
            <a:ahLst/>
            <a:cxnLst/>
            <a:rect l="l" t="t" r="r" b="b"/>
            <a:pathLst>
              <a:path w="1297939" h="2303145">
                <a:moveTo>
                  <a:pt x="1297322" y="0"/>
                </a:moveTo>
                <a:lnTo>
                  <a:pt x="0" y="2302856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904734" y="3690723"/>
            <a:ext cx="38100" cy="45720"/>
          </a:xfrm>
          <a:custGeom>
            <a:avLst/>
            <a:gdLst/>
            <a:ahLst/>
            <a:cxnLst/>
            <a:rect l="l" t="t" r="r" b="b"/>
            <a:pathLst>
              <a:path w="38100" h="45720">
                <a:moveTo>
                  <a:pt x="37508" y="19871"/>
                </a:moveTo>
                <a:lnTo>
                  <a:pt x="12419" y="23163"/>
                </a:lnTo>
                <a:lnTo>
                  <a:pt x="2234" y="0"/>
                </a:lnTo>
                <a:lnTo>
                  <a:pt x="0" y="45209"/>
                </a:lnTo>
                <a:lnTo>
                  <a:pt x="37508" y="19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900932" y="516959"/>
            <a:ext cx="1297305" cy="1949450"/>
          </a:xfrm>
          <a:custGeom>
            <a:avLst/>
            <a:gdLst/>
            <a:ahLst/>
            <a:cxnLst/>
            <a:rect l="l" t="t" r="r" b="b"/>
            <a:pathLst>
              <a:path w="1297304" h="1949450">
                <a:moveTo>
                  <a:pt x="1297263" y="1949315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2886913" y="495894"/>
            <a:ext cx="39370" cy="45085"/>
          </a:xfrm>
          <a:custGeom>
            <a:avLst/>
            <a:gdLst/>
            <a:ahLst/>
            <a:cxnLst/>
            <a:rect l="l" t="t" r="r" b="b"/>
            <a:pathLst>
              <a:path w="39369" h="45084">
                <a:moveTo>
                  <a:pt x="5577" y="44919"/>
                </a:moveTo>
                <a:lnTo>
                  <a:pt x="14018" y="21065"/>
                </a:lnTo>
                <a:lnTo>
                  <a:pt x="39282" y="22489"/>
                </a:lnTo>
                <a:lnTo>
                  <a:pt x="0" y="0"/>
                </a:lnTo>
                <a:lnTo>
                  <a:pt x="5577" y="449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904790" y="1233811"/>
            <a:ext cx="1246505" cy="1248410"/>
          </a:xfrm>
          <a:custGeom>
            <a:avLst/>
            <a:gdLst/>
            <a:ahLst/>
            <a:cxnLst/>
            <a:rect l="l" t="t" r="r" b="b"/>
            <a:pathLst>
              <a:path w="1246504" h="1248410">
                <a:moveTo>
                  <a:pt x="1246133" y="1248330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886913" y="1215902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80" h="43180">
                <a:moveTo>
                  <a:pt x="14276" y="42955"/>
                </a:moveTo>
                <a:lnTo>
                  <a:pt x="17877" y="17908"/>
                </a:lnTo>
                <a:lnTo>
                  <a:pt x="42930" y="14351"/>
                </a:lnTo>
                <a:lnTo>
                  <a:pt x="0" y="0"/>
                </a:lnTo>
                <a:lnTo>
                  <a:pt x="14276" y="42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909537" y="1947243"/>
            <a:ext cx="1137920" cy="570230"/>
          </a:xfrm>
          <a:custGeom>
            <a:avLst/>
            <a:gdLst/>
            <a:ahLst/>
            <a:cxnLst/>
            <a:rect l="l" t="t" r="r" b="b"/>
            <a:pathLst>
              <a:path w="1137920" h="570230">
                <a:moveTo>
                  <a:pt x="1137542" y="569772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2886913" y="1935911"/>
            <a:ext cx="45720" cy="36830"/>
          </a:xfrm>
          <a:custGeom>
            <a:avLst/>
            <a:gdLst/>
            <a:ahLst/>
            <a:cxnLst/>
            <a:rect l="l" t="t" r="r" b="b"/>
            <a:pathLst>
              <a:path w="45719" h="36830">
                <a:moveTo>
                  <a:pt x="27133" y="36230"/>
                </a:moveTo>
                <a:lnTo>
                  <a:pt x="22624" y="11331"/>
                </a:lnTo>
                <a:lnTo>
                  <a:pt x="45264" y="31"/>
                </a:lnTo>
                <a:lnTo>
                  <a:pt x="0" y="0"/>
                </a:lnTo>
                <a:lnTo>
                  <a:pt x="27133" y="36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2911460" y="2755043"/>
            <a:ext cx="1017269" cy="255270"/>
          </a:xfrm>
          <a:custGeom>
            <a:avLst/>
            <a:gdLst/>
            <a:ahLst/>
            <a:cxnLst/>
            <a:rect l="l" t="t" r="r" b="b"/>
            <a:pathLst>
              <a:path w="1017270" h="255269">
                <a:moveTo>
                  <a:pt x="1017130" y="0"/>
                </a:moveTo>
                <a:lnTo>
                  <a:pt x="0" y="254734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2886914" y="2986452"/>
            <a:ext cx="44450" cy="39370"/>
          </a:xfrm>
          <a:custGeom>
            <a:avLst/>
            <a:gdLst/>
            <a:ahLst/>
            <a:cxnLst/>
            <a:rect l="l" t="t" r="r" b="b"/>
            <a:pathLst>
              <a:path w="44450" h="39369">
                <a:moveTo>
                  <a:pt x="44191" y="39274"/>
                </a:moveTo>
                <a:lnTo>
                  <a:pt x="24546" y="23325"/>
                </a:lnTo>
                <a:lnTo>
                  <a:pt x="34357" y="0"/>
                </a:lnTo>
                <a:lnTo>
                  <a:pt x="0" y="29471"/>
                </a:lnTo>
                <a:lnTo>
                  <a:pt x="44191" y="39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2927301" y="2795516"/>
            <a:ext cx="1122045" cy="569595"/>
          </a:xfrm>
          <a:custGeom>
            <a:avLst/>
            <a:gdLst/>
            <a:ahLst/>
            <a:cxnLst/>
            <a:rect l="l" t="t" r="r" b="b"/>
            <a:pathLst>
              <a:path w="1122045" h="569595">
                <a:moveTo>
                  <a:pt x="1121853" y="0"/>
                </a:moveTo>
                <a:lnTo>
                  <a:pt x="0" y="568966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2904734" y="3339561"/>
            <a:ext cx="45720" cy="36830"/>
          </a:xfrm>
          <a:custGeom>
            <a:avLst/>
            <a:gdLst/>
            <a:ahLst/>
            <a:cxnLst/>
            <a:rect l="l" t="t" r="r" b="b"/>
            <a:pathLst>
              <a:path w="45719" h="36829">
                <a:moveTo>
                  <a:pt x="45264" y="36108"/>
                </a:moveTo>
                <a:lnTo>
                  <a:pt x="22567" y="24921"/>
                </a:lnTo>
                <a:lnTo>
                  <a:pt x="26952" y="0"/>
                </a:lnTo>
                <a:lnTo>
                  <a:pt x="0" y="36366"/>
                </a:lnTo>
                <a:lnTo>
                  <a:pt x="45264" y="361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2988736" y="2832307"/>
            <a:ext cx="1170305" cy="1245235"/>
          </a:xfrm>
          <a:custGeom>
            <a:avLst/>
            <a:gdLst/>
            <a:ahLst/>
            <a:cxnLst/>
            <a:rect l="l" t="t" r="r" b="b"/>
            <a:pathLst>
              <a:path w="1170304" h="1245235">
                <a:moveTo>
                  <a:pt x="1169937" y="0"/>
                </a:moveTo>
                <a:lnTo>
                  <a:pt x="0" y="1245188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2971410" y="4052570"/>
            <a:ext cx="42545" cy="43815"/>
          </a:xfrm>
          <a:custGeom>
            <a:avLst/>
            <a:gdLst/>
            <a:ahLst/>
            <a:cxnLst/>
            <a:rect l="l" t="t" r="r" b="b"/>
            <a:pathLst>
              <a:path w="42544" h="43814">
                <a:moveTo>
                  <a:pt x="42475" y="27722"/>
                </a:moveTo>
                <a:lnTo>
                  <a:pt x="17326" y="24925"/>
                </a:lnTo>
                <a:lnTo>
                  <a:pt x="12969" y="0"/>
                </a:lnTo>
                <a:lnTo>
                  <a:pt x="0" y="43367"/>
                </a:lnTo>
                <a:lnTo>
                  <a:pt x="42475" y="27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2902703" y="2838894"/>
            <a:ext cx="1275715" cy="1597660"/>
          </a:xfrm>
          <a:custGeom>
            <a:avLst/>
            <a:gdLst/>
            <a:ahLst/>
            <a:cxnLst/>
            <a:rect l="l" t="t" r="r" b="b"/>
            <a:pathLst>
              <a:path w="1275714" h="1597660">
                <a:moveTo>
                  <a:pt x="1275576" y="0"/>
                </a:moveTo>
                <a:lnTo>
                  <a:pt x="0" y="1597274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886913" y="4411674"/>
            <a:ext cx="41275" cy="44450"/>
          </a:xfrm>
          <a:custGeom>
            <a:avLst/>
            <a:gdLst/>
            <a:ahLst/>
            <a:cxnLst/>
            <a:rect l="l" t="t" r="r" b="b"/>
            <a:pathLst>
              <a:path w="41275" h="44450">
                <a:moveTo>
                  <a:pt x="41081" y="25263"/>
                </a:moveTo>
                <a:lnTo>
                  <a:pt x="15789" y="24495"/>
                </a:lnTo>
                <a:lnTo>
                  <a:pt x="9445" y="0"/>
                </a:lnTo>
                <a:lnTo>
                  <a:pt x="0" y="44267"/>
                </a:lnTo>
                <a:lnTo>
                  <a:pt x="41081" y="252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2900932" y="2845564"/>
            <a:ext cx="1297305" cy="1949450"/>
          </a:xfrm>
          <a:custGeom>
            <a:avLst/>
            <a:gdLst/>
            <a:ahLst/>
            <a:cxnLst/>
            <a:rect l="l" t="t" r="r" b="b"/>
            <a:pathLst>
              <a:path w="1297304" h="1949450">
                <a:moveTo>
                  <a:pt x="1297263" y="0"/>
                </a:moveTo>
                <a:lnTo>
                  <a:pt x="0" y="1949316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2886913" y="4771026"/>
            <a:ext cx="39370" cy="45085"/>
          </a:xfrm>
          <a:custGeom>
            <a:avLst/>
            <a:gdLst/>
            <a:ahLst/>
            <a:cxnLst/>
            <a:rect l="l" t="t" r="r" b="b"/>
            <a:pathLst>
              <a:path w="39369" h="45085">
                <a:moveTo>
                  <a:pt x="39282" y="22429"/>
                </a:moveTo>
                <a:lnTo>
                  <a:pt x="14018" y="23854"/>
                </a:lnTo>
                <a:lnTo>
                  <a:pt x="5577" y="0"/>
                </a:lnTo>
                <a:lnTo>
                  <a:pt x="0" y="44919"/>
                </a:lnTo>
                <a:lnTo>
                  <a:pt x="39282" y="22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2899451" y="2850652"/>
            <a:ext cx="1314450" cy="2303780"/>
          </a:xfrm>
          <a:custGeom>
            <a:avLst/>
            <a:gdLst/>
            <a:ahLst/>
            <a:cxnLst/>
            <a:rect l="l" t="t" r="r" b="b"/>
            <a:pathLst>
              <a:path w="1314450" h="2303779">
                <a:moveTo>
                  <a:pt x="1313869" y="0"/>
                </a:moveTo>
                <a:lnTo>
                  <a:pt x="0" y="2303317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2886913" y="5130753"/>
            <a:ext cx="38100" cy="45720"/>
          </a:xfrm>
          <a:custGeom>
            <a:avLst/>
            <a:gdLst/>
            <a:ahLst/>
            <a:cxnLst/>
            <a:rect l="l" t="t" r="r" b="b"/>
            <a:pathLst>
              <a:path w="38100" h="45720">
                <a:moveTo>
                  <a:pt x="37643" y="20059"/>
                </a:moveTo>
                <a:lnTo>
                  <a:pt x="12537" y="23217"/>
                </a:lnTo>
                <a:lnTo>
                  <a:pt x="2476" y="0"/>
                </a:lnTo>
                <a:lnTo>
                  <a:pt x="0" y="45196"/>
                </a:lnTo>
                <a:lnTo>
                  <a:pt x="37643" y="20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2911460" y="4195060"/>
            <a:ext cx="1017269" cy="255270"/>
          </a:xfrm>
          <a:custGeom>
            <a:avLst/>
            <a:gdLst/>
            <a:ahLst/>
            <a:cxnLst/>
            <a:rect l="l" t="t" r="r" b="b"/>
            <a:pathLst>
              <a:path w="1017270" h="255270">
                <a:moveTo>
                  <a:pt x="1017130" y="0"/>
                </a:moveTo>
                <a:lnTo>
                  <a:pt x="0" y="254734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886914" y="4426469"/>
            <a:ext cx="44450" cy="39370"/>
          </a:xfrm>
          <a:custGeom>
            <a:avLst/>
            <a:gdLst/>
            <a:ahLst/>
            <a:cxnLst/>
            <a:rect l="l" t="t" r="r" b="b"/>
            <a:pathLst>
              <a:path w="44450" h="39370">
                <a:moveTo>
                  <a:pt x="44191" y="39274"/>
                </a:moveTo>
                <a:lnTo>
                  <a:pt x="24546" y="23325"/>
                </a:lnTo>
                <a:lnTo>
                  <a:pt x="34357" y="0"/>
                </a:lnTo>
                <a:lnTo>
                  <a:pt x="0" y="29471"/>
                </a:lnTo>
                <a:lnTo>
                  <a:pt x="44191" y="39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2996715" y="4095937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 h="0">
                <a:moveTo>
                  <a:pt x="636657" y="0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971410" y="4075693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39" h="40639">
                <a:moveTo>
                  <a:pt x="40487" y="40487"/>
                </a:moveTo>
                <a:lnTo>
                  <a:pt x="25305" y="20243"/>
                </a:lnTo>
                <a:lnTo>
                  <a:pt x="40487" y="0"/>
                </a:lnTo>
                <a:lnTo>
                  <a:pt x="0" y="20243"/>
                </a:lnTo>
                <a:lnTo>
                  <a:pt x="40487" y="404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2900932" y="1956976"/>
            <a:ext cx="1297305" cy="1949450"/>
          </a:xfrm>
          <a:custGeom>
            <a:avLst/>
            <a:gdLst/>
            <a:ahLst/>
            <a:cxnLst/>
            <a:rect l="l" t="t" r="r" b="b"/>
            <a:pathLst>
              <a:path w="1297304" h="1949450">
                <a:moveTo>
                  <a:pt x="1297263" y="1949316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886913" y="1935911"/>
            <a:ext cx="39370" cy="45085"/>
          </a:xfrm>
          <a:custGeom>
            <a:avLst/>
            <a:gdLst/>
            <a:ahLst/>
            <a:cxnLst/>
            <a:rect l="l" t="t" r="r" b="b"/>
            <a:pathLst>
              <a:path w="39369" h="45085">
                <a:moveTo>
                  <a:pt x="5577" y="44919"/>
                </a:moveTo>
                <a:lnTo>
                  <a:pt x="14018" y="21065"/>
                </a:lnTo>
                <a:lnTo>
                  <a:pt x="39282" y="22489"/>
                </a:lnTo>
                <a:lnTo>
                  <a:pt x="0" y="0"/>
                </a:lnTo>
                <a:lnTo>
                  <a:pt x="5577" y="449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2898213" y="1238543"/>
            <a:ext cx="1327150" cy="2658745"/>
          </a:xfrm>
          <a:custGeom>
            <a:avLst/>
            <a:gdLst/>
            <a:ahLst/>
            <a:cxnLst/>
            <a:rect l="l" t="t" r="r" b="b"/>
            <a:pathLst>
              <a:path w="1327150" h="2658745">
                <a:moveTo>
                  <a:pt x="1327008" y="2658676"/>
                </a:moveTo>
                <a:lnTo>
                  <a:pt x="0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886881" y="1215902"/>
            <a:ext cx="36830" cy="45720"/>
          </a:xfrm>
          <a:custGeom>
            <a:avLst/>
            <a:gdLst/>
            <a:ahLst/>
            <a:cxnLst/>
            <a:rect l="l" t="t" r="r" b="b"/>
            <a:pathLst>
              <a:path w="36830" h="45719">
                <a:moveTo>
                  <a:pt x="0" y="45264"/>
                </a:moveTo>
                <a:lnTo>
                  <a:pt x="11332" y="22640"/>
                </a:lnTo>
                <a:lnTo>
                  <a:pt x="36224" y="27184"/>
                </a:lnTo>
                <a:lnTo>
                  <a:pt x="32" y="0"/>
                </a:lnTo>
                <a:lnTo>
                  <a:pt x="0" y="45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2023-11-02T01:06:23Z</dcterms:created>
  <dcterms:modified xsi:type="dcterms:W3CDTF">2023-11-02T01:06:23Z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2023-11-02T00:00:00Z</vt:filetime>
  </property>
  <property fmtid="{D5CDD505-2E9C-101B-9397-08002B2CF9AE}" pid="3" name="Creator">
    <vt:lpwstr> XeTeX output 2023.11.02:0905</vt:lpwstr>
  </property>
  <property fmtid="{D5CDD505-2E9C-101B-9397-08002B2CF9AE}" pid="4" name="LastSaved">
    <vt:filetime>2023-11-02T00:00:00Z</vt:filetime>
  </property>
</Properties>
</file>